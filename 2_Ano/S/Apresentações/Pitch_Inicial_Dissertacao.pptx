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GUIÃO (25 </a:t>
            </a:r>
            <a:r>
              <a:rPr dirty="0" err="1"/>
              <a:t>segundos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Bom dia. A </a:t>
            </a:r>
            <a:r>
              <a:rPr dirty="0" err="1"/>
              <a:t>minha</a:t>
            </a:r>
            <a:r>
              <a:rPr dirty="0"/>
              <a:t> </a:t>
            </a:r>
            <a:r>
              <a:rPr dirty="0" err="1"/>
              <a:t>dissertação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tema</a:t>
            </a:r>
            <a:r>
              <a:rPr dirty="0"/>
              <a:t> o </a:t>
            </a:r>
            <a:r>
              <a:rPr dirty="0" err="1"/>
              <a:t>desenvolvimento</a:t>
            </a:r>
            <a:r>
              <a:rPr dirty="0"/>
              <a:t> do </a:t>
            </a:r>
            <a:r>
              <a:rPr dirty="0" err="1"/>
              <a:t>servidor</a:t>
            </a:r>
            <a:r>
              <a:rPr dirty="0"/>
              <a:t> para um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alerta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rádio</a:t>
            </a:r>
            <a:r>
              <a:rPr dirty="0"/>
              <a:t> FM, no </a:t>
            </a:r>
            <a:r>
              <a:rPr dirty="0" err="1"/>
              <a:t>âmbito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Firetec</a:t>
            </a:r>
            <a:r>
              <a:rPr dirty="0"/>
              <a:t>, com </a:t>
            </a:r>
            <a:r>
              <a:rPr dirty="0" err="1"/>
              <a:t>orientação</a:t>
            </a:r>
            <a:r>
              <a:rPr dirty="0"/>
              <a:t> do Professor António Navarro. O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melhorar</a:t>
            </a:r>
            <a:r>
              <a:rPr dirty="0"/>
              <a:t> o </a:t>
            </a:r>
            <a:r>
              <a:rPr dirty="0" err="1"/>
              <a:t>desempenho</a:t>
            </a:r>
            <a:r>
              <a:rPr dirty="0"/>
              <a:t> e a </a:t>
            </a:r>
            <a:r>
              <a:rPr dirty="0" err="1"/>
              <a:t>utilização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solução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possui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demonstrável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GUIÃO (26 </a:t>
            </a:r>
            <a:r>
              <a:rPr dirty="0" err="1"/>
              <a:t>segundos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Firetec</a:t>
            </a:r>
            <a:r>
              <a:rPr dirty="0"/>
              <a:t> </a:t>
            </a:r>
            <a:r>
              <a:rPr dirty="0" err="1"/>
              <a:t>procura</a:t>
            </a:r>
            <a:r>
              <a:rPr dirty="0"/>
              <a:t> </a:t>
            </a:r>
            <a:r>
              <a:rPr dirty="0" err="1"/>
              <a:t>detetar</a:t>
            </a:r>
            <a:r>
              <a:rPr dirty="0"/>
              <a:t> </a:t>
            </a:r>
            <a:r>
              <a:rPr dirty="0" err="1"/>
              <a:t>incêndios</a:t>
            </a:r>
            <a:r>
              <a:rPr dirty="0"/>
              <a:t> </a:t>
            </a:r>
            <a:r>
              <a:rPr dirty="0" err="1"/>
              <a:t>através</a:t>
            </a:r>
            <a:r>
              <a:rPr dirty="0"/>
              <a:t> de </a:t>
            </a:r>
            <a:r>
              <a:rPr dirty="0" err="1"/>
              <a:t>fibra</a:t>
            </a:r>
            <a:r>
              <a:rPr dirty="0"/>
              <a:t> </a:t>
            </a:r>
            <a:r>
              <a:rPr dirty="0" err="1"/>
              <a:t>ótica</a:t>
            </a:r>
            <a:r>
              <a:rPr dirty="0"/>
              <a:t> e </a:t>
            </a:r>
            <a:r>
              <a:rPr dirty="0" err="1"/>
              <a:t>difundir</a:t>
            </a:r>
            <a:r>
              <a:rPr dirty="0"/>
              <a:t> </a:t>
            </a:r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rádios</a:t>
            </a:r>
            <a:r>
              <a:rPr dirty="0"/>
              <a:t> </a:t>
            </a:r>
            <a:r>
              <a:rPr dirty="0" err="1"/>
              <a:t>locais</a:t>
            </a:r>
            <a:r>
              <a:rPr dirty="0"/>
              <a:t>. A </a:t>
            </a:r>
            <a:r>
              <a:rPr dirty="0" err="1"/>
              <a:t>relevância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 é </a:t>
            </a:r>
            <a:r>
              <a:rPr dirty="0" err="1"/>
              <a:t>apoiar</a:t>
            </a:r>
            <a:r>
              <a:rPr dirty="0"/>
              <a:t> o aviso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condutores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situações</a:t>
            </a:r>
            <a:r>
              <a:rPr dirty="0"/>
              <a:t> de </a:t>
            </a:r>
            <a:r>
              <a:rPr dirty="0" err="1"/>
              <a:t>perigo</a:t>
            </a:r>
            <a:r>
              <a:rPr dirty="0"/>
              <a:t>. A </a:t>
            </a:r>
            <a:r>
              <a:rPr dirty="0" err="1"/>
              <a:t>minha</a:t>
            </a:r>
            <a:r>
              <a:rPr dirty="0"/>
              <a:t> </a:t>
            </a:r>
            <a:r>
              <a:rPr dirty="0" err="1"/>
              <a:t>contribuição</a:t>
            </a:r>
            <a:r>
              <a:rPr dirty="0"/>
              <a:t> centra-se no </a:t>
            </a: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suporta</a:t>
            </a:r>
            <a:r>
              <a:rPr dirty="0"/>
              <a:t> esse </a:t>
            </a:r>
            <a:r>
              <a:rPr dirty="0" err="1"/>
              <a:t>processo</a:t>
            </a:r>
            <a:r>
              <a:rPr dirty="0"/>
              <a:t>, </a:t>
            </a:r>
            <a:r>
              <a:rPr dirty="0" err="1"/>
              <a:t>procurando</a:t>
            </a:r>
            <a:r>
              <a:rPr dirty="0"/>
              <a:t> </a:t>
            </a:r>
            <a:r>
              <a:rPr dirty="0" err="1"/>
              <a:t>reduzir</a:t>
            </a:r>
            <a:r>
              <a:rPr dirty="0"/>
              <a:t> o tempo </a:t>
            </a:r>
            <a:r>
              <a:rPr dirty="0" err="1"/>
              <a:t>necessário</a:t>
            </a:r>
            <a:r>
              <a:rPr dirty="0"/>
              <a:t> para </a:t>
            </a:r>
            <a:r>
              <a:rPr dirty="0" err="1"/>
              <a:t>enviar</a:t>
            </a:r>
            <a:r>
              <a:rPr dirty="0"/>
              <a:t> as </a:t>
            </a:r>
            <a:r>
              <a:rPr dirty="0" err="1"/>
              <a:t>mensagens</a:t>
            </a:r>
            <a:r>
              <a:rPr dirty="0"/>
              <a:t> de </a:t>
            </a:r>
            <a:r>
              <a:rPr dirty="0" err="1"/>
              <a:t>alerta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GUIÃO (30 </a:t>
            </a:r>
            <a:r>
              <a:rPr dirty="0" err="1"/>
              <a:t>segundos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desafios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localizar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rapidamente</a:t>
            </a:r>
            <a:r>
              <a:rPr dirty="0"/>
              <a:t> as </a:t>
            </a:r>
            <a:r>
              <a:rPr dirty="0" err="1"/>
              <a:t>estações</a:t>
            </a:r>
            <a:r>
              <a:rPr dirty="0"/>
              <a:t> de </a:t>
            </a:r>
            <a:r>
              <a:rPr dirty="0" err="1"/>
              <a:t>rádio</a:t>
            </a:r>
            <a:r>
              <a:rPr dirty="0"/>
              <a:t> FM, </a:t>
            </a:r>
            <a:r>
              <a:rPr dirty="0" err="1"/>
              <a:t>acelerar</a:t>
            </a:r>
            <a:r>
              <a:rPr dirty="0"/>
              <a:t> o </a:t>
            </a:r>
            <a:r>
              <a:rPr dirty="0" err="1"/>
              <a:t>envio</a:t>
            </a:r>
            <a:r>
              <a:rPr dirty="0"/>
              <a:t> de </a:t>
            </a:r>
            <a:r>
              <a:rPr dirty="0" err="1"/>
              <a:t>áudio</a:t>
            </a:r>
            <a:r>
              <a:rPr dirty="0"/>
              <a:t> e de </a:t>
            </a:r>
            <a:r>
              <a:rPr dirty="0" err="1"/>
              <a:t>texto</a:t>
            </a:r>
            <a:r>
              <a:rPr dirty="0"/>
              <a:t> RDS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Firetec</a:t>
            </a:r>
            <a:r>
              <a:rPr dirty="0"/>
              <a:t> Switch e </a:t>
            </a:r>
            <a:r>
              <a:rPr dirty="0" err="1"/>
              <a:t>tornar</a:t>
            </a:r>
            <a:r>
              <a:rPr dirty="0"/>
              <a:t> a interface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intuitiva</a:t>
            </a:r>
            <a:r>
              <a:rPr dirty="0"/>
              <a:t>. Para </a:t>
            </a:r>
            <a:r>
              <a:rPr dirty="0" err="1"/>
              <a:t>isso</a:t>
            </a:r>
            <a:r>
              <a:rPr dirty="0"/>
              <a:t>, </a:t>
            </a:r>
            <a:r>
              <a:rPr dirty="0" err="1"/>
              <a:t>vou</a:t>
            </a:r>
            <a:r>
              <a:rPr dirty="0"/>
              <a:t> </a:t>
            </a:r>
            <a:r>
              <a:rPr dirty="0" err="1"/>
              <a:t>estudar</a:t>
            </a:r>
            <a:r>
              <a:rPr dirty="0"/>
              <a:t> o software </a:t>
            </a:r>
            <a:r>
              <a:rPr dirty="0" err="1"/>
              <a:t>existente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Python,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pontos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atrasam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e </a:t>
            </a:r>
            <a:r>
              <a:rPr dirty="0" err="1"/>
              <a:t>testar</a:t>
            </a:r>
            <a:r>
              <a:rPr dirty="0"/>
              <a:t> as </a:t>
            </a:r>
            <a:r>
              <a:rPr dirty="0" err="1"/>
              <a:t>alterações</a:t>
            </a:r>
            <a:r>
              <a:rPr dirty="0"/>
              <a:t> com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equipamentos</a:t>
            </a:r>
            <a:r>
              <a:rPr dirty="0"/>
              <a:t> </a:t>
            </a:r>
            <a:r>
              <a:rPr dirty="0" err="1"/>
              <a:t>disponíveis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GUIÃO (28 </a:t>
            </a:r>
            <a:r>
              <a:rPr dirty="0" err="1"/>
              <a:t>segundos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Vou </a:t>
            </a:r>
            <a:r>
              <a:rPr dirty="0" err="1"/>
              <a:t>desenvolver</a:t>
            </a:r>
            <a:r>
              <a:rPr dirty="0"/>
              <a:t> o </a:t>
            </a:r>
            <a:r>
              <a:rPr dirty="0" err="1"/>
              <a:t>trabalho</a:t>
            </a:r>
            <a:r>
              <a:rPr dirty="0"/>
              <a:t> no Instituto de </a:t>
            </a:r>
            <a:r>
              <a:rPr dirty="0" err="1"/>
              <a:t>Telecomunicações</a:t>
            </a:r>
            <a:r>
              <a:rPr dirty="0"/>
              <a:t>, com </a:t>
            </a:r>
            <a:r>
              <a:rPr dirty="0" err="1"/>
              <a:t>orientação</a:t>
            </a:r>
            <a:r>
              <a:rPr dirty="0"/>
              <a:t> do Professor António Navarro. Terei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demonstração</a:t>
            </a:r>
            <a:r>
              <a:rPr dirty="0"/>
              <a:t> para </a:t>
            </a:r>
            <a:r>
              <a:rPr dirty="0" err="1"/>
              <a:t>testar</a:t>
            </a:r>
            <a:r>
              <a:rPr dirty="0"/>
              <a:t> a </a:t>
            </a:r>
            <a:r>
              <a:rPr dirty="0" err="1"/>
              <a:t>solução</a:t>
            </a:r>
            <a:r>
              <a:rPr dirty="0"/>
              <a:t>. O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 é um </a:t>
            </a: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 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utilizar</a:t>
            </a:r>
            <a:r>
              <a:rPr dirty="0"/>
              <a:t>, </a:t>
            </a:r>
            <a:r>
              <a:rPr dirty="0" err="1"/>
              <a:t>validado</a:t>
            </a:r>
            <a:r>
              <a:rPr dirty="0"/>
              <a:t> </a:t>
            </a:r>
            <a:r>
              <a:rPr dirty="0" err="1"/>
              <a:t>através</a:t>
            </a:r>
            <a:r>
              <a:rPr dirty="0"/>
              <a:t> de testes</a:t>
            </a:r>
            <a:r>
              <a:rPr lang="pt-PT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A04AD38-E69D-46D0-85F0-93B62E0F8D6F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EFAD8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dirty="0">
                <a:solidFill>
                  <a:srgbClr val="EFAD85"/>
                </a:solidFill>
                <a:latin typeface="DejaVu Sans"/>
                <a:ea typeface="DejaVu Sans"/>
                <a:cs typeface="DejaVu Sans"/>
              </a:rPr>
              <a:t>PROJETO FIRETEC</a:t>
            </a:r>
            <a:r>
              <a:rPr lang="pt-PT" sz="1725" b="1" dirty="0">
                <a:solidFill>
                  <a:srgbClr val="EFAD85"/>
                </a:solidFill>
                <a:latin typeface="DejaVu Sans"/>
                <a:ea typeface="DejaVu Sans"/>
                <a:cs typeface="DejaVu Sans"/>
              </a:rPr>
              <a:t> – Financiado pelo IT</a:t>
            </a:r>
            <a:endParaRPr sz="1725" b="1" dirty="0">
              <a:solidFill>
                <a:srgbClr val="EFAD8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CB18C74-C753-4A2E-82AD-F39485082331}"/>
              </a:ext>
            </a:extLst>
          </p:cNvPr>
          <p:cNvSpPr>
            <a:spLocks noGrp="1"/>
          </p:cNvSpPr>
          <p:nvPr/>
        </p:nvSpPr>
        <p:spPr>
          <a:xfrm>
            <a:off x="714375" y="1190625"/>
            <a:ext cx="10763250" cy="2714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Servidor</a:t>
            </a:r>
            <a:r>
              <a:rPr sz="48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para um</a:t>
            </a:r>
          </a:p>
          <a:p>
            <a: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Sistema de </a:t>
            </a:r>
            <a:r>
              <a:rPr sz="48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Alerta</a:t>
            </a:r>
            <a:endParaRPr sz="48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por</a:t>
            </a:r>
            <a:r>
              <a:rPr sz="48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Rádio</a:t>
            </a:r>
            <a:r>
              <a:rPr sz="48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FM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359E056-8C20-41AA-BD7B-9F03159E68DD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Eduardo Alves</a:t>
            </a:r>
            <a:r>
              <a:rPr lang="pt-PT" sz="21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nºmec: 104179</a:t>
            </a:r>
            <a:endParaRPr sz="21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24FBAD-806E-451D-94CF-0D4DF5DC93DB}"/>
              </a:ext>
            </a:extLst>
          </p:cNvPr>
          <p:cNvSpPr>
            <a:spLocks noGrp="1"/>
          </p:cNvSpPr>
          <p:nvPr/>
        </p:nvSpPr>
        <p:spPr>
          <a:xfrm>
            <a:off x="742950" y="5657850"/>
            <a:ext cx="10001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D7E2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E9"/>
                </a:solidFill>
                <a:latin typeface="DejaVu Sans"/>
                <a:ea typeface="DejaVu Sans"/>
                <a:cs typeface="DejaVu Sans"/>
              </a:rPr>
              <a:t>MECT · Universidade de Aveiro</a:t>
            </a:r>
          </a:p>
          <a:p>
            <a:pPr>
              <a:defRPr sz="1725" b="0">
                <a:solidFill>
                  <a:srgbClr val="D7E2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E9"/>
                </a:solidFill>
                <a:latin typeface="DejaVu Sans"/>
                <a:ea typeface="DejaVu Sans"/>
                <a:cs typeface="DejaVu Sans"/>
              </a:rPr>
              <a:t>Orientador: Professor António Navarro</a:t>
            </a:r>
          </a:p>
        </p:txBody>
      </p:sp>
      <p:pic>
        <p:nvPicPr>
          <p:cNvPr id="6" name="Imagem 5" descr="Antena de rádio - ícones de tecnologia grátis">
            <a:extLst>
              <a:ext uri="{FF2B5EF4-FFF2-40B4-BE49-F238E27FC236}">
                <a16:creationId xmlns:a16="http://schemas.microsoft.com/office/drawing/2014/main" id="{CB60E4E8-05EB-2CED-B81B-C902C8C2D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066" y="1350245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7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97651F9-2A10-4D07-8BEC-DD7C78BF552B}"/>
              </a:ext>
            </a:extLst>
          </p:cNvPr>
          <p:cNvSpPr>
            <a:spLocks noGrp="1"/>
          </p:cNvSpPr>
          <p:nvPr/>
        </p:nvSpPr>
        <p:spPr>
          <a:xfrm>
            <a:off x="3517490" y="558447"/>
            <a:ext cx="4772332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Relevância</a:t>
            </a:r>
            <a:r>
              <a:rPr sz="345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45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prática</a:t>
            </a:r>
            <a:endParaRPr sz="345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084E47-02EA-4209-BA59-07F9CED35234}"/>
              </a:ext>
            </a:extLst>
          </p:cNvPr>
          <p:cNvSpPr>
            <a:spLocks noGrp="1"/>
          </p:cNvSpPr>
          <p:nvPr/>
        </p:nvSpPr>
        <p:spPr>
          <a:xfrm>
            <a:off x="10953750" y="62007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263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F551CD3-F858-4F86-913A-5F14A86C341A}"/>
              </a:ext>
            </a:extLst>
          </p:cNvPr>
          <p:cNvSpPr>
            <a:spLocks noGrp="1"/>
          </p:cNvSpPr>
          <p:nvPr/>
        </p:nvSpPr>
        <p:spPr>
          <a:xfrm>
            <a:off x="1063728" y="1985725"/>
            <a:ext cx="9269975" cy="60591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Alertar</a:t>
            </a:r>
            <a:r>
              <a:rPr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PT"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condutores </a:t>
            </a:r>
            <a:r>
              <a:rPr sz="200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em</a:t>
            </a:r>
            <a:r>
              <a:rPr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0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situações</a:t>
            </a:r>
            <a:r>
              <a:rPr lang="pt-PT"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de </a:t>
            </a:r>
            <a:r>
              <a:rPr sz="200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incêndio</a:t>
            </a:r>
            <a:r>
              <a:rPr lang="pt-PT"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nas proximidades.</a:t>
            </a:r>
            <a:endParaRPr sz="200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96032A-0588-4908-B368-CEA493FB0EA0}"/>
              </a:ext>
            </a:extLst>
          </p:cNvPr>
          <p:cNvSpPr>
            <a:spLocks noGrp="1"/>
          </p:cNvSpPr>
          <p:nvPr/>
        </p:nvSpPr>
        <p:spPr>
          <a:xfrm>
            <a:off x="1660115" y="4979116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C65A2B"/>
                </a:solidFill>
                <a:latin typeface="DejaVu Sans"/>
                <a:ea typeface="DejaVu Sans"/>
                <a:cs typeface="DejaVu Sans"/>
              </a:defRPr>
            </a:pPr>
            <a:endParaRPr sz="2250" b="1" dirty="0">
              <a:solidFill>
                <a:srgbClr val="C65A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CC4E58-A178-53E1-90C3-7C40CC06FDD1}"/>
              </a:ext>
            </a:extLst>
          </p:cNvPr>
          <p:cNvSpPr>
            <a:spLocks noGrp="1"/>
          </p:cNvSpPr>
          <p:nvPr/>
        </p:nvSpPr>
        <p:spPr>
          <a:xfrm>
            <a:off x="870768" y="1444041"/>
            <a:ext cx="6492977" cy="104275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5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Objetivo?</a:t>
            </a:r>
            <a:endParaRPr sz="250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A7ECEE9-CA99-CB69-3D22-B235C76A7485}"/>
              </a:ext>
            </a:extLst>
          </p:cNvPr>
          <p:cNvSpPr>
            <a:spLocks noGrp="1"/>
          </p:cNvSpPr>
          <p:nvPr/>
        </p:nvSpPr>
        <p:spPr>
          <a:xfrm>
            <a:off x="870768" y="2616780"/>
            <a:ext cx="6492977" cy="61743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5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Como?</a:t>
            </a:r>
            <a:endParaRPr sz="250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D229846-208E-8D88-3409-0453BF707065}"/>
              </a:ext>
            </a:extLst>
          </p:cNvPr>
          <p:cNvSpPr>
            <a:spLocks noGrp="1"/>
          </p:cNvSpPr>
          <p:nvPr/>
        </p:nvSpPr>
        <p:spPr>
          <a:xfrm>
            <a:off x="1063728" y="3200554"/>
            <a:ext cx="8965175" cy="4422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Através da propagação de mensagens de alerta por rádio FM.</a:t>
            </a:r>
            <a:endParaRPr lang="pt-PT" sz="2000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D321579-A8BB-F56E-5F29-BD1F6E82C303}"/>
              </a:ext>
            </a:extLst>
          </p:cNvPr>
          <p:cNvSpPr>
            <a:spLocks noGrp="1"/>
          </p:cNvSpPr>
          <p:nvPr/>
        </p:nvSpPr>
        <p:spPr>
          <a:xfrm>
            <a:off x="870768" y="4483199"/>
            <a:ext cx="6492977" cy="61743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5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Resultado?</a:t>
            </a:r>
            <a:endParaRPr sz="250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CC80B02-C96A-A82D-356C-C4317503FD32}"/>
              </a:ext>
            </a:extLst>
          </p:cNvPr>
          <p:cNvSpPr>
            <a:spLocks noGrp="1"/>
          </p:cNvSpPr>
          <p:nvPr/>
        </p:nvSpPr>
        <p:spPr>
          <a:xfrm>
            <a:off x="1543665" y="5013067"/>
            <a:ext cx="10461522" cy="4422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endParaRPr lang="pt-PT" sz="2000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27DB257-F44E-6200-E009-67435ED6011C}"/>
              </a:ext>
            </a:extLst>
          </p:cNvPr>
          <p:cNvSpPr>
            <a:spLocks noGrp="1"/>
          </p:cNvSpPr>
          <p:nvPr/>
        </p:nvSpPr>
        <p:spPr>
          <a:xfrm>
            <a:off x="1106740" y="5013066"/>
            <a:ext cx="10285159" cy="4422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100" b="1" dirty="0">
                <a:solidFill>
                  <a:srgbClr val="172F42"/>
                </a:solidFill>
                <a:latin typeface="DejaVu Sans"/>
              </a:rPr>
              <a:t>Contribuir para prevenção de tragédias como a que ocorreu em 2017, na estrada entre Castanheira de </a:t>
            </a:r>
            <a:r>
              <a:rPr lang="pt-PT" sz="2100" b="1" dirty="0" err="1">
                <a:solidFill>
                  <a:srgbClr val="172F42"/>
                </a:solidFill>
                <a:latin typeface="DejaVu Sans"/>
              </a:rPr>
              <a:t>Pêra</a:t>
            </a:r>
            <a:r>
              <a:rPr lang="pt-PT" sz="2100" b="1" dirty="0">
                <a:solidFill>
                  <a:srgbClr val="172F42"/>
                </a:solidFill>
                <a:latin typeface="DejaVu Sans"/>
              </a:rPr>
              <a:t> e Pedrógão Grande.</a:t>
            </a:r>
            <a:endParaRPr lang="pt-PT" sz="200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E79AE0C-DDA8-5E21-ED59-05CC8840F93E}"/>
              </a:ext>
            </a:extLst>
          </p:cNvPr>
          <p:cNvSpPr>
            <a:spLocks noGrp="1"/>
          </p:cNvSpPr>
          <p:nvPr/>
        </p:nvSpPr>
        <p:spPr>
          <a:xfrm>
            <a:off x="1063728" y="3698172"/>
            <a:ext cx="10567833" cy="4422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Servidor </a:t>
            </a:r>
            <a:r>
              <a:rPr lang="pt-PT" sz="2000" b="1" dirty="0">
                <a:solidFill>
                  <a:srgbClr val="172F42"/>
                </a:solidFill>
                <a:latin typeface="DejaVu Sans"/>
              </a:rPr>
              <a:t>→</a:t>
            </a:r>
            <a:r>
              <a:rPr lang="pt-PT"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PT" sz="2100" b="1" dirty="0" err="1">
                <a:solidFill>
                  <a:srgbClr val="172F42"/>
                </a:solidFill>
                <a:latin typeface="DejaVu Sans"/>
              </a:rPr>
              <a:t>Firetec</a:t>
            </a:r>
            <a:r>
              <a:rPr lang="pt-PT" sz="2100" b="1" dirty="0">
                <a:solidFill>
                  <a:srgbClr val="172F42"/>
                </a:solidFill>
                <a:latin typeface="DejaVu Sans"/>
              </a:rPr>
              <a:t> </a:t>
            </a:r>
            <a:r>
              <a:rPr lang="pt-PT" sz="2100" b="1" dirty="0" err="1">
                <a:solidFill>
                  <a:srgbClr val="172F42"/>
                </a:solidFill>
                <a:latin typeface="DejaVu Sans"/>
              </a:rPr>
              <a:t>Switch</a:t>
            </a:r>
            <a:r>
              <a:rPr lang="pt-PT" sz="2100" b="1" dirty="0">
                <a:solidFill>
                  <a:srgbClr val="172F42"/>
                </a:solidFill>
                <a:latin typeface="DejaVu Sans"/>
              </a:rPr>
              <a:t> → Rádio local → ouvintes</a:t>
            </a:r>
            <a:r>
              <a:rPr lang="pt-PT" sz="20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035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4E0D784-B014-4416-B619-83EBCB0E0851}"/>
              </a:ext>
            </a:extLst>
          </p:cNvPr>
          <p:cNvSpPr>
            <a:spLocks noGrp="1"/>
          </p:cNvSpPr>
          <p:nvPr/>
        </p:nvSpPr>
        <p:spPr>
          <a:xfrm>
            <a:off x="723900" y="590550"/>
            <a:ext cx="6099687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Desafios</a:t>
            </a:r>
            <a:r>
              <a:rPr lang="pt-PT" sz="345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da dissertação</a:t>
            </a:r>
            <a:endParaRPr sz="345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D6D3821-C7D9-4C0F-ADFB-BC6DE1428C1A}"/>
              </a:ext>
            </a:extLst>
          </p:cNvPr>
          <p:cNvSpPr>
            <a:spLocks noGrp="1"/>
          </p:cNvSpPr>
          <p:nvPr/>
        </p:nvSpPr>
        <p:spPr>
          <a:xfrm>
            <a:off x="10953750" y="62007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263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C2A2580-3CE6-4C38-96C8-E3B79CB86555}"/>
              </a:ext>
            </a:extLst>
          </p:cNvPr>
          <p:cNvSpPr>
            <a:spLocks noGrp="1"/>
          </p:cNvSpPr>
          <p:nvPr/>
        </p:nvSpPr>
        <p:spPr>
          <a:xfrm>
            <a:off x="733425" y="1952625"/>
            <a:ext cx="76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C65A2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65A2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631875-F58B-47AC-890B-64AE7A1806E6}"/>
              </a:ext>
            </a:extLst>
          </p:cNvPr>
          <p:cNvSpPr>
            <a:spLocks noGrp="1"/>
          </p:cNvSpPr>
          <p:nvPr/>
        </p:nvSpPr>
        <p:spPr>
          <a:xfrm>
            <a:off x="1828800" y="1952625"/>
            <a:ext cx="9239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Localização</a:t>
            </a:r>
            <a:r>
              <a:rPr sz="24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das </a:t>
            </a:r>
            <a:r>
              <a:rPr lang="pt-PT" sz="24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240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ádio</a:t>
            </a:r>
            <a:r>
              <a:rPr lang="pt-PT" sz="24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s Locais</a:t>
            </a:r>
            <a:endParaRPr sz="240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FEEADC-E207-4930-81AC-1115DF6551E7}"/>
              </a:ext>
            </a:extLst>
          </p:cNvPr>
          <p:cNvSpPr>
            <a:spLocks noGrp="1"/>
          </p:cNvSpPr>
          <p:nvPr/>
        </p:nvSpPr>
        <p:spPr>
          <a:xfrm>
            <a:off x="1828800" y="2505075"/>
            <a:ext cx="9286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637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Localizar</a:t>
            </a:r>
            <a:r>
              <a:rPr lang="pt-PT" sz="2025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rapidamente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as </a:t>
            </a: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estações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rádio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FM</a:t>
            </a:r>
            <a:r>
              <a:rPr lang="pt-PT"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por região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2B4C5E-679F-4FCD-9D89-4083D663168A}"/>
              </a:ext>
            </a:extLst>
          </p:cNvPr>
          <p:cNvSpPr>
            <a:spLocks noGrp="1"/>
          </p:cNvSpPr>
          <p:nvPr/>
        </p:nvSpPr>
        <p:spPr>
          <a:xfrm>
            <a:off x="733425" y="3314700"/>
            <a:ext cx="76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C65A2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65A2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61A5663-E619-40E9-8087-58D39626BC30}"/>
              </a:ext>
            </a:extLst>
          </p:cNvPr>
          <p:cNvSpPr>
            <a:spLocks noGrp="1"/>
          </p:cNvSpPr>
          <p:nvPr/>
        </p:nvSpPr>
        <p:spPr>
          <a:xfrm>
            <a:off x="1828800" y="3314700"/>
            <a:ext cx="9239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4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Melhorar performance de e</a:t>
            </a:r>
            <a:r>
              <a:rPr sz="240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nvio</a:t>
            </a:r>
            <a:r>
              <a:rPr sz="24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dos </a:t>
            </a:r>
            <a:r>
              <a:rPr sz="240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alertas</a:t>
            </a:r>
            <a:endParaRPr sz="240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2C0A558-752C-496C-8F05-16BF9FA38318}"/>
              </a:ext>
            </a:extLst>
          </p:cNvPr>
          <p:cNvSpPr>
            <a:spLocks noGrp="1"/>
          </p:cNvSpPr>
          <p:nvPr/>
        </p:nvSpPr>
        <p:spPr>
          <a:xfrm>
            <a:off x="1828800" y="3867150"/>
            <a:ext cx="9286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637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Acelerar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o </a:t>
            </a: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envio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lang="pt-PT"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alertas entre o servidor e 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o </a:t>
            </a: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Firetec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Switch.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8497B5E-8018-49FA-8B35-2C391A2DC378}"/>
              </a:ext>
            </a:extLst>
          </p:cNvPr>
          <p:cNvSpPr>
            <a:spLocks noGrp="1"/>
          </p:cNvSpPr>
          <p:nvPr/>
        </p:nvSpPr>
        <p:spPr>
          <a:xfrm>
            <a:off x="733425" y="4676775"/>
            <a:ext cx="76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C65A2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65A2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9973D67-AD7F-40A8-9A8A-ADA4879A2C43}"/>
              </a:ext>
            </a:extLst>
          </p:cNvPr>
          <p:cNvSpPr>
            <a:spLocks noGrp="1"/>
          </p:cNvSpPr>
          <p:nvPr/>
        </p:nvSpPr>
        <p:spPr>
          <a:xfrm>
            <a:off x="1828800" y="4676775"/>
            <a:ext cx="9239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4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Interação</a:t>
            </a:r>
            <a:r>
              <a:rPr sz="24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PT" sz="240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de Utilização</a:t>
            </a:r>
            <a:endParaRPr sz="240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B7B967-1232-4761-BF52-CC4949E5C0C1}"/>
              </a:ext>
            </a:extLst>
          </p:cNvPr>
          <p:cNvSpPr>
            <a:spLocks noGrp="1"/>
          </p:cNvSpPr>
          <p:nvPr/>
        </p:nvSpPr>
        <p:spPr>
          <a:xfrm>
            <a:off x="1828800" y="5229225"/>
            <a:ext cx="9286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637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Tornar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a </a:t>
            </a: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interação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PT"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humana com o sistema </a:t>
            </a: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mais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intuitiva</a:t>
            </a:r>
            <a:r>
              <a:rPr sz="2025" b="0" dirty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406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A0E78A0A-CA7D-4F83-AB17-21976F6EE7EA}"/>
              </a:ext>
            </a:extLst>
          </p:cNvPr>
          <p:cNvSpPr>
            <a:spLocks noGrp="1"/>
          </p:cNvSpPr>
          <p:nvPr/>
        </p:nvSpPr>
        <p:spPr>
          <a:xfrm>
            <a:off x="1430593" y="1229647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F42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Local de </a:t>
            </a:r>
            <a:r>
              <a:rPr sz="345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trabalho</a:t>
            </a:r>
            <a:r>
              <a:rPr sz="3450" b="1" dirty="0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3450" b="1" dirty="0" err="1">
                <a:solidFill>
                  <a:srgbClr val="172F42"/>
                </a:solidFill>
                <a:latin typeface="DejaVu Sans"/>
                <a:ea typeface="DejaVu Sans"/>
                <a:cs typeface="DejaVu Sans"/>
              </a:rPr>
              <a:t>desenvolvimento</a:t>
            </a:r>
            <a:endParaRPr sz="3450" b="1" dirty="0">
              <a:solidFill>
                <a:srgbClr val="172F4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0CEFE5-1598-411F-BC93-48EA6AC8DE43}"/>
              </a:ext>
            </a:extLst>
          </p:cNvPr>
          <p:cNvSpPr>
            <a:spLocks noGrp="1"/>
          </p:cNvSpPr>
          <p:nvPr/>
        </p:nvSpPr>
        <p:spPr>
          <a:xfrm>
            <a:off x="10953750" y="62007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263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99493" y="2677815"/>
            <a:ext cx="7465618" cy="194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702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384</Words>
  <Application>Microsoft Office PowerPoint</Application>
  <DocSecurity>0</DocSecurity>
  <PresentationFormat>Ecrã Panorâmico</PresentationFormat>
  <Paragraphs>41</Paragraphs>
  <Slides>4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7" baseType="lpstr">
      <vt:lpstr>Aptos</vt:lpstr>
      <vt:lpstr>DejaVu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Eduardo Alves</cp:lastModifiedBy>
  <cp:revision>4</cp:revision>
  <dcterms:created xsi:type="dcterms:W3CDTF">2026-09-30T02:55:30Z</dcterms:created>
  <dcterms:modified xsi:type="dcterms:W3CDTF">2026-09-30T22:27:09Z</dcterms:modified>
</cp:coreProperties>
</file>